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1D2U/3BsTelRje21fq65lrW6F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9025ed0a1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9025ed0a1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19025ed0a1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4046b66f0_3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4046b66f0_3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274046b66f0_3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9025ed0a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19025ed0a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19025ed0a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9025ed0a1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19025ed0a1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19025ed0a1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9025ed0a1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9025ed0a1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19025ed0a1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9025ed0a1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19025ed0a1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19025ed0a1_1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7fd9a2939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7fd9a2939a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27fd9a2939a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18b53649b6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18b53649b6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18b53649b6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7fd9a2939a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7fd9a2939a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27fd9a2939a_2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18b53649b6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18b53649b6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18b53649b6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18bbf9d9e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18bbf9d9e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18bbf9d9e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19025ed0a1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19025ed0a1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19025ed0a1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675863"/>
            <a:ext cx="91440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Phishing Link Detection System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746100" y="4385803"/>
            <a:ext cx="9144000" cy="21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TU Final Defense of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Project-II – 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CAPJ356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Prepared By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[6-2-530-26-2020 | Rojina Ghimire ]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5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91" y="191940"/>
            <a:ext cx="2900217" cy="1720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2071" y="-55809"/>
            <a:ext cx="2132445" cy="173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903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769025" y="1297975"/>
            <a:ext cx="3381300" cy="5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733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Introduction                                         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73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73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73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Scope &amp; Limitations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73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Feasibility Study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Functional Requirements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1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11/24/2024</a:t>
            </a:r>
            <a:endParaRPr/>
          </a:p>
        </p:txBody>
      </p:sp>
      <p:sp>
        <p:nvSpPr>
          <p:cNvPr id="99" name="Google Shape;99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5696275" y="1194025"/>
            <a:ext cx="4157400" cy="5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540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 functional Requirements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73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Technology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Details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Analysis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728475" y="3206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Phishing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sites are primary way for hackers to steal information. They mimic the look and feel of authentic websites to trick users.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This project aims to detect and warn users of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phishing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sites.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Makes use of publicly available dataset to train a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phishing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detection model.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11/24/2024</a:t>
            </a:r>
            <a:endParaRPr/>
          </a:p>
        </p:txBody>
      </p:sp>
      <p:sp>
        <p:nvSpPr>
          <p:cNvPr id="108" name="Google Shape;10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Phishing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continues to pose significant threats targeting individuals and organizations worldwide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eads to financial losses and identity theft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Current cybersecurity measures are often reactive and less effective against evolving techniques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11/24/2024</a:t>
            </a:r>
            <a:endParaRPr/>
          </a:p>
        </p:txBody>
      </p:sp>
      <p:sp>
        <p:nvSpPr>
          <p:cNvPr id="116" name="Google Shape;1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develop a phishing link detection system using machine learning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enhance online security by accurately identifying and blocking malicious URLs in real-time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11/24/2024</a:t>
            </a:r>
            <a:endParaRPr/>
          </a:p>
        </p:txBody>
      </p:sp>
      <p:sp>
        <p:nvSpPr>
          <p:cNvPr id="124" name="Google Shape;12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his is an end-to-end machine learning application that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provides a user-friendly interface for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submitting URLs and receiving phishing detection results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integrate the detection system with existing cybersecurity frameworks for enhanced protection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continuously update and refine the system to adapt to new phishing tactics and threats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11/24/2024</a:t>
            </a:r>
            <a:endParaRPr/>
          </a:p>
        </p:txBody>
      </p:sp>
      <p:sp>
        <p:nvSpPr>
          <p:cNvPr id="132" name="Google Shape;1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Limitations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838200" y="1577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Limited to detecting only phishing URLs and may not identify other forms of cyber threats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It may not accurately detect new or highly sophisticated phishing techniques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Potential for false positives and false negatives, which could affect the accuracy and reliability of the system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11/24/2024</a:t>
            </a:r>
            <a:endParaRPr/>
          </a:p>
        </p:txBody>
      </p:sp>
      <p:sp>
        <p:nvSpPr>
          <p:cNvPr id="140" name="Google Shape;140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9025ed0a1_0_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Methodology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g319025ed0a1_0_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Develop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system using HTML, CSS and JavaScript for frontend and python and dataset for backend.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This project adopted V-model (Verification and Validation) model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Uses LSTM (Long Short-Term Memory) Algorithm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g319025ed0a1_0_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g319025ed0a1_0_18"/>
          <p:cNvSpPr txBox="1"/>
          <p:nvPr/>
        </p:nvSpPr>
        <p:spPr>
          <a:xfrm>
            <a:off x="381425" y="6398350"/>
            <a:ext cx="161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/24/2024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8"/>
          <p:cNvSpPr txBox="1"/>
          <p:nvPr>
            <p:ph idx="1" type="body"/>
          </p:nvPr>
        </p:nvSpPr>
        <p:spPr>
          <a:xfrm>
            <a:off x="838200" y="1577450"/>
            <a:ext cx="10515600" cy="47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PhishShield: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 -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Uses Random Forest  to detect phishing URLs.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 - Extracts features like domain age, URL length, and special characters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EasyDMARC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 - Uses LSTM neural network  to analyze sequential patterns  in URLs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 - Detects subtle anomalies indicative of phishing.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- PhishShield: Traditional machine learning (feature extraction).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- EasyDMARC: Deep learning (pattern recognition with LSTM).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11/24/2024</a:t>
            </a:r>
            <a:endParaRPr/>
          </a:p>
        </p:txBody>
      </p:sp>
      <p:sp>
        <p:nvSpPr>
          <p:cNvPr id="157" name="Google Shape;1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Functional Requirements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9"/>
          <p:cNvSpPr txBox="1"/>
          <p:nvPr>
            <p:ph idx="1" type="body"/>
          </p:nvPr>
        </p:nvSpPr>
        <p:spPr>
          <a:xfrm>
            <a:off x="838200" y="15643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 The system shall allow users to enter url for analysis.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The system shall analyze url that is entered by user in real time to detect phishing links.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system shall view result and warn the users about the sites.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11/24/2024</a:t>
            </a:r>
            <a:endParaRPr/>
          </a:p>
        </p:txBody>
      </p:sp>
      <p:sp>
        <p:nvSpPr>
          <p:cNvPr id="165" name="Google Shape;16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type="title"/>
          </p:nvPr>
        </p:nvSpPr>
        <p:spPr>
          <a:xfrm>
            <a:off x="838200" y="198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Use Case Diagram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11/24/2024</a:t>
            </a:r>
            <a:endParaRPr/>
          </a:p>
        </p:txBody>
      </p:sp>
      <p:sp>
        <p:nvSpPr>
          <p:cNvPr id="172" name="Google Shape;17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3" name="Google Shape;17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1950" y="1613788"/>
            <a:ext cx="4818694" cy="436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Non-functional Requirements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0"/>
          <p:cNvSpPr txBox="1"/>
          <p:nvPr>
            <p:ph idx="1" type="body"/>
          </p:nvPr>
        </p:nvSpPr>
        <p:spPr>
          <a:xfrm>
            <a:off x="838200" y="16035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system must have an intuitive UI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system must be secured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system must have a good response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11/24/2024</a:t>
            </a:r>
            <a:endParaRPr/>
          </a:p>
        </p:txBody>
      </p:sp>
      <p:sp>
        <p:nvSpPr>
          <p:cNvPr id="181" name="Google Shape;18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4046b66f0_3_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Feasibility Study</a:t>
            </a:r>
            <a:endParaRPr/>
          </a:p>
        </p:txBody>
      </p:sp>
      <p:sp>
        <p:nvSpPr>
          <p:cNvPr id="188" name="Google Shape;188;g274046b66f0_3_40"/>
          <p:cNvSpPr txBox="1"/>
          <p:nvPr>
            <p:ph idx="1" type="body"/>
          </p:nvPr>
        </p:nvSpPr>
        <p:spPr>
          <a:xfrm>
            <a:off x="838200" y="16035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Technical feasibility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Operation Feasibility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Economical Feasibility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Schedule Feasibility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g274046b66f0_3_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g274046b66f0_3_40"/>
          <p:cNvSpPr txBox="1"/>
          <p:nvPr/>
        </p:nvSpPr>
        <p:spPr>
          <a:xfrm>
            <a:off x="431075" y="63542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11/24/2024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Tools and Technology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11/24/2024</a:t>
            </a:r>
            <a:endParaRPr/>
          </a:p>
        </p:txBody>
      </p:sp>
      <p:sp>
        <p:nvSpPr>
          <p:cNvPr id="197" name="Google Shape;197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3"/>
          <p:cNvSpPr txBox="1"/>
          <p:nvPr/>
        </p:nvSpPr>
        <p:spPr>
          <a:xfrm>
            <a:off x="1066100" y="1690825"/>
            <a:ext cx="9799800" cy="50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 end: Html, Css, Javascript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end: Python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tools: Draw.io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9025ed0a1_0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Diagram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s:Class Diagram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g319025ed0a1_0_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6" name="Google Shape;206;g319025ed0a1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5100" y="1864375"/>
            <a:ext cx="6086750" cy="449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19025ed0a1_0_1"/>
          <p:cNvSpPr txBox="1"/>
          <p:nvPr/>
        </p:nvSpPr>
        <p:spPr>
          <a:xfrm>
            <a:off x="692200" y="6356925"/>
            <a:ext cx="1408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11/24/2024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19025ed0a1_1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Sequence Diagram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g319025ed0a1_1_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5" name="Google Shape;215;g319025ed0a1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9200" y="1814000"/>
            <a:ext cx="6170100" cy="454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19025ed0a1_1_2"/>
          <p:cNvSpPr txBox="1"/>
          <p:nvPr/>
        </p:nvSpPr>
        <p:spPr>
          <a:xfrm>
            <a:off x="277825" y="6240450"/>
            <a:ext cx="151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11/24/2024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9025ed0a1_1_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State Diagram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g319025ed0a1_1_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4" name="Google Shape;224;g319025ed0a1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5675" y="1201975"/>
            <a:ext cx="4211150" cy="515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19025ed0a1_1_9"/>
          <p:cNvSpPr txBox="1"/>
          <p:nvPr/>
        </p:nvSpPr>
        <p:spPr>
          <a:xfrm>
            <a:off x="588625" y="6439800"/>
            <a:ext cx="16368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11/24/2024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19025ed0a1_1_20"/>
          <p:cNvSpPr txBox="1"/>
          <p:nvPr>
            <p:ph type="title"/>
          </p:nvPr>
        </p:nvSpPr>
        <p:spPr>
          <a:xfrm>
            <a:off x="483475" y="193100"/>
            <a:ext cx="10870200" cy="1497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Activity Diagram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g319025ed0a1_1_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g319025ed0a1_1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300" y="471350"/>
            <a:ext cx="5734050" cy="61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19025ed0a1_1_20"/>
          <p:cNvSpPr txBox="1"/>
          <p:nvPr/>
        </p:nvSpPr>
        <p:spPr>
          <a:xfrm>
            <a:off x="567900" y="6501950"/>
            <a:ext cx="194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11/24/2024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7fd9a2939a_1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Algorithm Details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g27fd9a2939a_1_0"/>
          <p:cNvSpPr txBox="1"/>
          <p:nvPr>
            <p:ph idx="1" type="body"/>
          </p:nvPr>
        </p:nvSpPr>
        <p:spPr>
          <a:xfrm>
            <a:off x="838200" y="2107136"/>
            <a:ext cx="10515600" cy="374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286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Role of LSTM: LSTM, a type of recurrent neural network (RNN), is utilized to analyze the sequential nature of URL strings in phishing link detection. 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286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Pattern Detection: It identifies patterns in the sequence of characters or tokens, distinguishing legitimate URLs from phishing ones. 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286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Learning Process: LSTM learns from labeled data during training, capturing features specific to phishing attempts. 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g27fd9a2939a_1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g27fd9a2939a_1_0"/>
          <p:cNvSpPr txBox="1"/>
          <p:nvPr/>
        </p:nvSpPr>
        <p:spPr>
          <a:xfrm>
            <a:off x="1099900" y="6288450"/>
            <a:ext cx="17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11/24/2024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8b53649b6_0_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Continue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g318b53649b6_0_40"/>
          <p:cNvSpPr txBox="1"/>
          <p:nvPr>
            <p:ph idx="1" type="body"/>
          </p:nvPr>
        </p:nvSpPr>
        <p:spPr>
          <a:xfrm>
            <a:off x="838200" y="20051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2286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Effectiveness: Its ability to process sequential data makes it effective in detecting subtle, suspicious URL structures. 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286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Outcome: Provides high accuracy in identifying phishing links, enhancing the system's reliability.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g318b53649b6_0_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7fd9a2939a_2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Analysis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g27fd9a2939a_2_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7fd9a2939a_2_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0" name="Google Shape;260;g27fd9a2939a_2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7550" y="1604825"/>
            <a:ext cx="6096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27fd9a2939a_2_8"/>
          <p:cNvSpPr txBox="1"/>
          <p:nvPr/>
        </p:nvSpPr>
        <p:spPr>
          <a:xfrm>
            <a:off x="588625" y="6315475"/>
            <a:ext cx="190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11/24/2024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18b53649b6_0_10"/>
          <p:cNvSpPr txBox="1"/>
          <p:nvPr>
            <p:ph type="title"/>
          </p:nvPr>
        </p:nvSpPr>
        <p:spPr>
          <a:xfrm>
            <a:off x="838200" y="1246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 Analysis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g318b53649b6_0_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18b53649b6_0_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g318b53649b6_0_10"/>
          <p:cNvSpPr txBox="1"/>
          <p:nvPr/>
        </p:nvSpPr>
        <p:spPr>
          <a:xfrm>
            <a:off x="588625" y="6315475"/>
            <a:ext cx="190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11/24/2024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18b53649b6_0_10"/>
          <p:cNvSpPr txBox="1"/>
          <p:nvPr/>
        </p:nvSpPr>
        <p:spPr>
          <a:xfrm>
            <a:off x="698750" y="1450325"/>
            <a:ext cx="10385700" cy="4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figure shows accuray and loss of model over 100 epoch with batch size of 64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Line: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represents training accuracy, which steadily improves and reaches a high value, indicating that the model is learning well on the training data.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 Line: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represents validation accuracy, which also improves but fluctuates more, reflecting variability in the model’s generalization to unseen data.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 Line: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shows training loss, which decreases consistently, demonstrating that the model minimizes error effectively during training</a:t>
            </a:r>
            <a:r>
              <a:rPr lang="en-US" sz="2200">
                <a:solidFill>
                  <a:schemeClr val="dk1"/>
                </a:solidFill>
              </a:rPr>
              <a:t>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18bbf9d9ea_0_0"/>
          <p:cNvSpPr txBox="1"/>
          <p:nvPr>
            <p:ph type="title"/>
          </p:nvPr>
        </p:nvSpPr>
        <p:spPr>
          <a:xfrm>
            <a:off x="838200" y="1246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Continue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g318bbf9d9ea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18bbf9d9ea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g318bbf9d9ea_0_0"/>
          <p:cNvSpPr txBox="1"/>
          <p:nvPr/>
        </p:nvSpPr>
        <p:spPr>
          <a:xfrm>
            <a:off x="588625" y="6315475"/>
            <a:ext cx="190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11/24/2024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18bbf9d9ea_0_0"/>
          <p:cNvSpPr txBox="1"/>
          <p:nvPr/>
        </p:nvSpPr>
        <p:spPr>
          <a:xfrm>
            <a:off x="698750" y="1450325"/>
            <a:ext cx="10385700" cy="4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Magenta Line: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representing validation loss, initially decreases but later fluctuates significantly, suggesting potential overfitting.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19025ed0a1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g319025ed0a1_0_8"/>
          <p:cNvSpPr txBox="1"/>
          <p:nvPr>
            <p:ph idx="1" type="body"/>
          </p:nvPr>
        </p:nvSpPr>
        <p:spPr>
          <a:xfrm>
            <a:off x="692300" y="1452200"/>
            <a:ext cx="10515600" cy="434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system effectively combats phishing attacks using an LSTM-based model with real-time detection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Its integration with a FastAPI backend ensures security and usability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Continuous updates address challenges like false positives  and evolving threats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project provides a strong foundation for enhancing online safety and preventing cyber threats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g319025ed0a1_0_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g319025ed0a1_0_8"/>
          <p:cNvSpPr txBox="1"/>
          <p:nvPr/>
        </p:nvSpPr>
        <p:spPr>
          <a:xfrm>
            <a:off x="712925" y="6439800"/>
            <a:ext cx="1823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11/24/2024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838200" y="213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15"/>
          <p:cNvSpPr txBox="1"/>
          <p:nvPr>
            <p:ph idx="1" type="body"/>
          </p:nvPr>
        </p:nvSpPr>
        <p:spPr>
          <a:xfrm>
            <a:off x="838200" y="1331525"/>
            <a:ext cx="10960800" cy="4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1] S. a. S. J. Hochreiter, "Long short-term memory," </a:t>
            </a:r>
            <a:r>
              <a:rPr i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computation, 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vol. 9, no. 1997, pp. 1735--1780, 1997.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A. Sherstinsky, "Fundamentals of Recurrent Neural Network (RNN) and Long Short-Term Memory (LSTM) Network," </a:t>
            </a:r>
            <a:r>
              <a:rPr i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 D: Nonlinear Phenomena, 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vol. 404, p. 43 pages, 2020.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R. &amp;. A. Rou, "ScienceDirect," </a:t>
            </a:r>
            <a:r>
              <a:rPr i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PhishShield: A Desktop Application to Detect Phishing Webpages through Heuristic Approach, 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vol. 54, no. 2015, pp. 147-156, 2015.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"easydmarc.," [Online]. Available: https://easydmarc.com/tools/phishing-url. [Accessed 10 August 2024].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241300" marR="24130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200">
              <a:solidFill>
                <a:srgbClr val="666666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41300" marR="24130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200">
              <a:solidFill>
                <a:srgbClr val="666666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11/24/2024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/>
          <p:nvPr>
            <p:ph type="title"/>
          </p:nvPr>
        </p:nvSpPr>
        <p:spPr>
          <a:xfrm>
            <a:off x="838200" y="3206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6000"/>
              <a:t> </a:t>
            </a:r>
            <a:endParaRPr b="1" sz="6000"/>
          </a:p>
        </p:txBody>
      </p:sp>
      <p:sp>
        <p:nvSpPr>
          <p:cNvPr id="304" name="Google Shape;304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7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11</a:t>
            </a:r>
            <a:r>
              <a:rPr lang="en-US"/>
              <a:t>/24/2024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6" name="Google Shape;30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2022-09-12T04:46:55Z</dcterms:created>
  <dc:creator>Bijay Babu Regmi</dc:creator>
</cp:coreProperties>
</file>